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642" autoAdjust="0"/>
  </p:normalViewPr>
  <p:slideViewPr>
    <p:cSldViewPr snapToGrid="0">
      <p:cViewPr varScale="1">
        <p:scale>
          <a:sx n="44" d="100"/>
          <a:sy n="44" d="100"/>
        </p:scale>
        <p:origin x="9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EE768-D7E8-4D4D-A13D-710D963D7AD5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41551-5C1E-4ACA-B710-147257D87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8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我爱你，中国！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41551-5C1E-4ACA-B710-147257D8716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1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</a:t>
            </a:r>
            <a:r>
              <a:rPr lang="zh-CN" altLang="en-US" dirty="0"/>
              <a:t>，信创大赛！！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41551-5C1E-4ACA-B710-147257D8716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738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明天</a:t>
            </a:r>
            <a:r>
              <a:rPr lang="zh-CN" altLang="en-US"/>
              <a:t>会更好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41551-5C1E-4ACA-B710-147257D871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52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009AF-B1D2-3395-436D-DFA03E5FC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0858A4-3B1C-4420-46B6-64DB14500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94CFAA-FC4E-D078-0BB9-5C94303C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F35F9-5BE0-FE02-B06D-3D33383B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8DABD-5DF4-6361-15EF-858EEA55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60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5F035-4867-38A2-4FE6-39D41337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1C2AFE-AF6E-2997-E39B-DCD8C6C63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27697-3C2E-EF6A-7262-27BD116D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1F888C-A7BA-97BF-10CF-637D7AA7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BD6E30-3A7A-FA6A-7E12-FA8995F3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0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F59FE-301F-15BC-3C8E-E85E44258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7F8BF0-6CDE-5F05-41FF-465DD8545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51F97-C7E8-6BFC-BD10-F87B28A3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F8017-5A20-D129-CF7A-AFFE44C8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D2FB6D-54A5-628B-4831-E59547B5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92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B04B0-7A2C-20A0-0426-31FCF90C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2B003-010D-0A9F-5AB4-31A299343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C5C353-57E4-AE37-C14C-A52822353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01CAC5-B173-28F8-B51F-FD19B9C6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3C66E-FD49-0D24-2BE5-846C57C1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BEB816-909C-CCF0-84F1-373A8632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77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C3528-DED7-FD39-02E4-45CEF4FA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29E4F-5A9C-3F2A-1A2B-F179A5F8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26C5F0-45E2-4632-476B-FC1613DFA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C284CE-025D-B585-D4BA-A61144616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5C9888-9AF1-BC41-74F4-7DACF9A30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49058F-2216-58D2-3679-9D5346E0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783D9D-04B9-71F2-5965-4B30836B3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9999D3-6897-3217-692E-9AF33139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6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0FD86-2836-C3DE-D82D-A1594F26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3B4208-36A2-D044-BCED-AD218A6A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C045EA-CF72-A887-D3DE-238CF36C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D7D6-91E9-8176-D628-A5DF3158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0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BB6B85-E8FE-844F-369E-F3F4AC1F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4E5CF2-C6F7-7FC7-92A4-420F195E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070CF9-CFE7-A1C5-D2EE-D7D6E90A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43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37DB8-7669-A251-1005-BC6DD66B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CE300-51EA-7CF0-747D-28FD894E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83F471-1FEF-5D50-3C8A-FF4BCFBD2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E8B094-60BE-F1FA-2CC1-18DD06A9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A58030-5F6C-82C5-1A1E-B940371A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4BBC86-0C09-39C3-F67F-A1C1F7A9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60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FB2CC-539C-8FDA-C038-9C3C82D80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1A43CF-B43C-B737-FB93-166C7A351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7AD051-557C-3744-ECF5-030DE07E4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E6114B-C5D9-AD6B-DA75-B46A6D39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C60D9C-36B8-82DB-FD34-E0F4E6B5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F7E99-7DB7-7D4F-299A-961FF937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38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2A2EF-9659-11E1-3EB2-9547DF81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55ED9E-9D89-7794-EFED-DADD02557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A0CAD-2B3C-643A-6B70-D55403ED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7346A-2521-E585-50FE-EDB2D3CF6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55CE94-CE37-D72C-EA75-63A3ACC3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27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7A4A30-ABCE-2FA6-4A4E-F32B55B35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44E2ED-CC31-5E0E-5EF2-302724C95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E0C84-E00C-BAF7-AE41-C2273D52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525420-5736-2F0A-1396-ADBD1D91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247A42-AE21-ADFC-C7A3-73CC4DA9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07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406349-4959-BC63-819A-D8FE3E35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B33B4B-24E5-886D-BC92-5C59A7B87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D1A7C4-6F0C-9A34-CCC1-BE9318AAC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23D64-D2F0-49A9-9977-84E1424A8400}" type="datetimeFigureOut">
              <a:rPr lang="zh-CN" altLang="en-US" smtClean="0"/>
              <a:t>2024/10/5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E85EB-1EB1-5D93-9208-8923963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39E3FA-FA88-F412-91C1-FFD60CD04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B22E1-CAC8-4BEB-96F3-B5A12D481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7B8B03-A336-53FF-F693-EFE3575851A6}"/>
              </a:ext>
            </a:extLst>
          </p:cNvPr>
          <p:cNvSpPr txBox="1"/>
          <p:nvPr/>
        </p:nvSpPr>
        <p:spPr>
          <a:xfrm>
            <a:off x="3418609" y="1652156"/>
            <a:ext cx="480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大家好，我是厂里人</a:t>
            </a:r>
          </a:p>
        </p:txBody>
      </p:sp>
    </p:spTree>
    <p:extLst>
      <p:ext uri="{BB962C8B-B14F-4D97-AF65-F5344CB8AC3E}">
        <p14:creationId xmlns:p14="http://schemas.microsoft.com/office/powerpoint/2010/main" val="390629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B55E5C-0247-170C-5081-D9089CA62892}"/>
              </a:ext>
            </a:extLst>
          </p:cNvPr>
          <p:cNvSpPr txBox="1"/>
          <p:nvPr/>
        </p:nvSpPr>
        <p:spPr>
          <a:xfrm>
            <a:off x="2847109" y="1194955"/>
            <a:ext cx="197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来咯，开始啦</a:t>
            </a:r>
          </a:p>
        </p:txBody>
      </p:sp>
    </p:spTree>
    <p:extLst>
      <p:ext uri="{BB962C8B-B14F-4D97-AF65-F5344CB8AC3E}">
        <p14:creationId xmlns:p14="http://schemas.microsoft.com/office/powerpoint/2010/main" val="296652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F811C6-F51D-BC19-1709-0DBB453BDF66}"/>
              </a:ext>
            </a:extLst>
          </p:cNvPr>
          <p:cNvSpPr txBox="1"/>
          <p:nvPr/>
        </p:nvSpPr>
        <p:spPr>
          <a:xfrm>
            <a:off x="2670464" y="1080655"/>
            <a:ext cx="181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在小小的花园里</a:t>
            </a:r>
          </a:p>
        </p:txBody>
      </p:sp>
    </p:spTree>
    <p:extLst>
      <p:ext uri="{BB962C8B-B14F-4D97-AF65-F5344CB8AC3E}">
        <p14:creationId xmlns:p14="http://schemas.microsoft.com/office/powerpoint/2010/main" val="353144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35</Words>
  <Application>Microsoft Office PowerPoint</Application>
  <PresentationFormat>宽屏</PresentationFormat>
  <Paragraphs>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Green</dc:creator>
  <cp:lastModifiedBy>Chris Green</cp:lastModifiedBy>
  <cp:revision>36</cp:revision>
  <dcterms:created xsi:type="dcterms:W3CDTF">2024-08-27T15:20:31Z</dcterms:created>
  <dcterms:modified xsi:type="dcterms:W3CDTF">2024-10-05T09:33:07Z</dcterms:modified>
</cp:coreProperties>
</file>